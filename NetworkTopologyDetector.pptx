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554480"/>
            <a:ext cx="871083" cy="50292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96912" y="144475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7723" y="2057400"/>
            <a:ext cx="0" cy="100584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7995" y="194767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7723" y="3063240"/>
            <a:ext cx="-871083" cy="50292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7995" y="295351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3566160"/>
            <a:ext cx="-871083" cy="-50292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6912" y="345643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5557" y="3063240"/>
            <a:ext cx="0" cy="-100584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5829" y="295351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5557" y="2057400"/>
            <a:ext cx="871083" cy="-502920"/>
          </a:xfrm>
          <a:prstGeom prst="line">
            <a:avLst/>
          </a:prstGeom>
          <a:noFill/>
          <a:ln w="1905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5829" y="1947672"/>
            <a:ext cx="219456" cy="219456"/>
          </a:xfrm>
          <a:prstGeom prst="ellipse">
            <a:avLst/>
          </a:prstGeom>
          <a:solidFill>
            <a:srgbClr val="4DFFD2"/>
          </a:solidFill>
          <a:ln w="12700">
            <a:solidFill>
              <a:srgbClr val="4DF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Topology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Detector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Adjacency Matrix Analysis  ·  O(n²) Time Complexity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54864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167128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2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13258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boolean adjacency matrix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A[0..n−1, 0..n−1]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n &gt; 3, determine whether it represents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Mesh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topology — or none of the above.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A[i][j] ∈ {0,1}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22860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478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matrix entries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834640"/>
            <a:ext cx="265176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A[i][j] = A[j][i]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3493008"/>
            <a:ext cx="22860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5478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— symmetric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65176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A[i][i] = 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493008"/>
            <a:ext cx="2286000" cy="0"/>
          </a:xfrm>
          <a:prstGeom prst="line">
            <a:avLst/>
          </a:prstGeom>
          <a:noFill/>
          <a:ln w="1270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478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self-loops on diagonal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Approach: Brute-Force — examine every cell of the n×n matrix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3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50292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Network Topology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 given adjacency matrix represents a Ring, Star, Fully Connected Mesh, or none of these topologies.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0233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17320"/>
            <a:ext cx="50292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1732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554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Brute-Force Algorithm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every entry of the n×n matrix — no shortcuts, no heuristics — to guarantee correctness for all valid inputs.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50292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Time Complexity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6576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prove that the algorithm runs in O(n²) time, and that this bound is tight (Θ(n²)) since we must read the entire matrix.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40233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154680"/>
            <a:ext cx="502920" cy="1600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5468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with Step-by-Step Trace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6576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detailed pass/fail trace of each detection rule so the result can be verified manually for any input.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066544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4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Design Technique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Technique:  BRUTE-FORCE  (Exhaustive Search)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—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diagonal = 0 (no self-loops) and A[i][j] = A[j][i] (symmetry). Scan all n² entries.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340864"/>
            <a:ext cx="0" cy="246888"/>
          </a:xfrm>
          <a:prstGeom prst="line">
            <a:avLst/>
          </a:prstGeom>
          <a:noFill/>
          <a:ln w="19050">
            <a:solidFill>
              <a:srgbClr val="1A3A6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569464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5877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Sequence  —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25877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degree of each node: deg[i] = Σ A[i][j] for all j. One full row scan per node → O(n²).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2916936"/>
            <a:ext cx="0" cy="246888"/>
          </a:xfrm>
          <a:prstGeom prst="line">
            <a:avLst/>
          </a:prstGeom>
          <a:noFill/>
          <a:ln w="19050">
            <a:solidFill>
              <a:srgbClr val="1A3A6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1638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Check  —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1638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degrees = 2? Then traverse the cycle. Visit each node once and confirm the cycle closes after n steps.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3493008"/>
            <a:ext cx="0" cy="246888"/>
          </a:xfrm>
          <a:prstGeom prst="line">
            <a:avLst/>
          </a:prstGeom>
          <a:noFill/>
          <a:ln w="19050">
            <a:solidFill>
              <a:srgbClr val="1A3A6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3721608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7398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Check  —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37398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node with degree n−1 (hub)? All others degree 1? If yes → Star topology.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" y="4069080"/>
            <a:ext cx="0" cy="246888"/>
          </a:xfrm>
          <a:prstGeom prst="line">
            <a:avLst/>
          </a:prstGeom>
          <a:noFill/>
          <a:ln w="19050">
            <a:solidFill>
              <a:srgbClr val="1A3A6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4297680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315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F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Check  — 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48840" y="43159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degrees = n−1 and total edges = n(n−1)/2? If yes → Fully Connected Mesh.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Brute-Force?  The problem requires inspecting every matrix cell — no topology can be confirmed without reading all n² entries.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865376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5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Algorithm — Python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611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417320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" y="141732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389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topology_detector.py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detect(A, n):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degrees </a:t>
            </a:r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(A[i])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range(n)]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Ring: all degrees == 2 + single Hamiltonian cycle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all(d == 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d in degrees):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is_single_cycle(A, n): 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"Ring"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Star: one hub deg n-1, all leaves deg 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hubs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[i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i,d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enumerate(degrees)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== n</a:t>
            </a:r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1]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len(hubs) == 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all(degrees[i] == 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i != hubs[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"Star"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Mesh: all degrees n-1, edges = n(n-1)/2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all(d == n</a:t>
            </a:r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d in degrees):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"Mesh"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BA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"No Matching Topology"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topology_detector.py  (terminal input/output — no external libraries required)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965960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 COMPLEXITY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6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Complexity Derivation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4846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371600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371600"/>
            <a:ext cx="11887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371600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20116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10512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810512"/>
            <a:ext cx="48463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810512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diagonal + symmetry → read all n² cells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810512"/>
            <a:ext cx="11887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18105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49424"/>
            <a:ext cx="201168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24942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Seq.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2249424"/>
            <a:ext cx="484632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2249424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each row: n rows × n columns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2249424"/>
            <a:ext cx="118872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2249424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688336"/>
            <a:ext cx="20116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68833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Check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68880" y="2688336"/>
            <a:ext cx="48463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2688336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scan O(n) + cycle traversal O(n)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2688336"/>
            <a:ext cx="11887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68833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127248"/>
            <a:ext cx="201168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12724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Check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8880" y="3127248"/>
            <a:ext cx="484632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3127248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degree array of length 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3127248"/>
            <a:ext cx="1188720" cy="438912"/>
          </a:xfrm>
          <a:prstGeom prst="rect">
            <a:avLst/>
          </a:prstGeom>
          <a:solidFill>
            <a:srgbClr val="0A0E1A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312724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201168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56616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Check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68880" y="3566160"/>
            <a:ext cx="48463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42032" y="3566160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degree array of length 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0" y="3566160"/>
            <a:ext cx="118872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3566160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005072"/>
            <a:ext cx="2011680" cy="438912"/>
          </a:xfrm>
          <a:prstGeom prst="rect">
            <a:avLst/>
          </a:prstGeom>
          <a:solidFill>
            <a:srgbClr val="0D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005072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468880" y="4005072"/>
            <a:ext cx="4846320" cy="438912"/>
          </a:xfrm>
          <a:prstGeom prst="rect">
            <a:avLst/>
          </a:prstGeom>
          <a:solidFill>
            <a:srgbClr val="0D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4005072"/>
            <a:ext cx="4773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matrix scan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0" y="4005072"/>
            <a:ext cx="1188720" cy="438912"/>
          </a:xfrm>
          <a:prstGeom prst="rect">
            <a:avLst/>
          </a:prstGeom>
          <a:solidFill>
            <a:srgbClr val="0D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400507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 =  O(n²) + O(n²) + O(n) + O(n) + O(n)  =  </a:t>
            </a:r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pPr indent="0" marL="0">
              <a:buNone/>
            </a:pPr>
            <a:r>
              <a:rPr lang="en-US" sz="1400" dirty="0">
                <a:solidFill>
                  <a:srgbClr val="8BA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Tight bound: </a:t>
            </a:r>
            <a:pPr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Θ(n²)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7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4DF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FFD2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correctly classifies any valid n×n boolean adjacency matrix into Ring, Star, Mesh, or None.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02336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FF"/>
                </a:solidFill>
              </a:rPr>
              <a:t>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Brute-Force Justified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0756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 cell must be read to make a correct determination, O(n²) is both necessary and sufficient — Θ(n²) is tight.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are applied in order: Ring → Star → Mesh. Each uses only O(n) after the initial O(n²) degree computation.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02336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923C"/>
                </a:solidFill>
              </a:rPr>
              <a:t>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Implementation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7673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terminal app accepts any n×4 matrix, enforces symmetry, and prints a step-by-step pass/fail trace.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Topology Detector  ·  Brute-Force  ·  O(n²)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200400"/>
            <a:ext cx="1600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46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deg(v)=2, single cycle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3200400"/>
            <a:ext cx="1600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246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deg n−1, leaves deg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1600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46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deg n−1, edges=n(n−1)/2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1600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246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FF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CC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2026-04-19T09:19:56Z</dcterms:created>
  <dcterms:modified xsi:type="dcterms:W3CDTF">2026-04-19T09:19:56Z</dcterms:modified>
</cp:coreProperties>
</file>